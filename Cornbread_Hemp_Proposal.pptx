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Fabrication &amp; Experiential Production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Brand Activation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Management Proposal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828800" cy="27432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9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Cornbread Hemp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your activation lifecycle. This document walks you through every phase of your 20' x 20' brand environment — from asset recovery and climate-controlled storage through crew deployment, live activation, and post-event evolution. Each phase concludes with a Milestone Gate: a defined set of approvals required before advancing to the next stage of the journey.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CBH-001 | V1.0 | Updated 04.08.2026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&amp; Opportunity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27432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Cornbread Hemp has built the most trusted name in USDA organic, Flower-Only hemp wellness. But in a market flooded with undifferentiated CBD brands, the brands that win are the ones consumers can experience — not just purchase.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operational: how does a Kentucky-based hemp company deploy a premium, brand-immersive physical presence at festivals, trade shows, and retail activations across the country — repeatedly, reliably, and without reinventing the wheel every time?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gap this proposal fills. Not a one-time build. A lifecycle system — fabrication, transport, storage, crew, maintenance, and evolution — managed end-to-end by a single production partner.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383280"/>
            <a:ext cx="1920240" cy="36576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93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3383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3383280"/>
            <a:ext cx="1920240" cy="36576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3493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3383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383280"/>
            <a:ext cx="1920240" cy="36576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493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9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3383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3383280"/>
            <a:ext cx="1920240" cy="36576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3493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951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8-Phase Lifecycle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097280" cy="27432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6868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41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61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8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86868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941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161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8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1435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9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46320" y="86868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941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161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8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435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9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95160" y="86868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941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86600" y="1161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8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1435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9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1920240"/>
            <a:ext cx="1920240" cy="868680"/>
          </a:xfrm>
          <a:prstGeom prst="rect">
            <a:avLst/>
          </a:prstGeom>
          <a:solidFill>
            <a:srgbClr val="C49629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1993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scope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97480" y="1920240"/>
            <a:ext cx="1920240" cy="868680"/>
          </a:xfrm>
          <a:prstGeom prst="rect">
            <a:avLst/>
          </a:prstGeom>
          <a:solidFill>
            <a:srgbClr val="D4782A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88920" y="1993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8892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88920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scope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920240"/>
            <a:ext cx="1920240" cy="868680"/>
          </a:xfrm>
          <a:prstGeom prst="rect">
            <a:avLst/>
          </a:prstGeom>
          <a:solidFill>
            <a:srgbClr val="3B7D44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1993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scope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95160" y="1920240"/>
            <a:ext cx="1920240" cy="868680"/>
          </a:xfrm>
          <a:prstGeom prst="rect">
            <a:avLst/>
          </a:prstGeom>
          <a:solidFill>
            <a:srgbClr val="C49629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86600" y="1993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8660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Strike &amp; Storage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86600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scope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Phase-to-Engagement Mapping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4747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Part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37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Discovery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B7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Complimentary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37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02-04 Design / Engineering / Fabrication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49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Options Available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37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Logistics &amp; Pre-Deployment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4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+ Release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37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06-07 Installation &amp; Activation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49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37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Strike, Storage &amp; Legacy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B7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+ Restore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B7D4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1097280" cy="256032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— Asset Recovery &amp; Transport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$7,500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|  April 13, 2026  |  Phases 05 + 08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097280"/>
            <a:ext cx="36576" cy="594360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Crew (Phase 08)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353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disassembly, component cleaning, road case packing, damage/loss documentation, and site cleanup.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783080"/>
            <a:ext cx="36576" cy="594360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828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Transport (Phase 05)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039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transfer to climate-controlled storage in South Florida. Vehicle procurement, blanket wrap, GPS tracking, photo-confirmed delivery. Final routing confirmed upon execution.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46888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468880"/>
            <a:ext cx="36576" cy="594360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5146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Storage (Phase 08)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724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warehousing for up to 30 days while long-term agreement is finalized. Includes intake inventory with photo documentation.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8046720" cy="1554480"/>
          </a:xfrm>
          <a:prstGeom prst="rect">
            <a:avLst/>
          </a:prstGeom>
          <a:solidFill>
            <a:srgbClr val="FDFAF4"/>
          </a:solidFill>
          <a:ln w="19050">
            <a:solidFill>
              <a:srgbClr val="D478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GATE: RETURN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6118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engagement agreement and Return payment ($7,500) received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date confirmed (target: April 13, 2026)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location access and dock/loading details confirmed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routing and carrier secured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Climate-controlled storage facility in South Florida prepared for asset intake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Strike crew deployment on 4/13 + transport to storage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1645920" cy="256032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7744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Restore — Storage &amp; Asset Management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"/>
            <a:ext cx="1280160" cy="777240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2011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217920" y="347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0" y="56692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217920" y="69494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 minimum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589520" y="164592"/>
            <a:ext cx="1371600" cy="777240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589520" y="347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0" y="56692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589520" y="6949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49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$12,000 per year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May 1, 2026  |  Phase 08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1051560"/>
            <a:ext cx="36576" cy="548640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1088136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Climate-Controlled Storage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12893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Climate-controlled, secure indoor warehousing in South Florida with 24/7 surveillance. 48-hour mobilization guarantee. COI provided.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1691640"/>
            <a:ext cx="36576" cy="548640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1728216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Maintenance &amp; Refresh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1929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proactive quality assurance program for your activation assets. Periodic condition assessments, preventive maintenance, surface touch-ups, and hardware checks.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2331720"/>
            <a:ext cx="36576" cy="548640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2368296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 Management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25694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digital inventory via ATLVS platform. Photo documentation, condition ratings, real-time visibility. Monthly reporting.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2971800"/>
            <a:ext cx="36576" cy="548640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008376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Modification / Re-fabrication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008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 |  Starting at $3,000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" y="32095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reconfiguration, campaign refresh, component rebuild, or material upgrades. Scoped per project.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EDF5EE"/>
          </a:solidFill>
          <a:ln w="19050">
            <a:solidFill>
              <a:srgbClr val="3B7D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749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GATE: RESTORE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400507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complete — assets received and intake inventory documented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subscription signed (3 month minimum or 12 month discounted term)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monthly payment received — effective May 1, 2026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ATLVS platform access provisioned for Cornbread Hemp team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B7D4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19456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— Full Lifecycle Deployment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49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0" y="4389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B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 Restore Subscription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 |  Per deployment  |  Phases 05 + 06 + 07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640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 $15,000 a la carte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051560"/>
            <a:ext cx="36576" cy="548640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08813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Inbound &amp; Outbound (Phase 05)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2893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asset transfer from storage to venue and back. Included within 500 miles. Long-range surcharge beyond.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1691640"/>
            <a:ext cx="36576" cy="548640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17282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Strike Crew (Phase 06 + 08)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1929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assembly and post-event teardown. Floor, walls, graphics, electrical, displays, QC, damage inspection, reconciliation.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331720"/>
            <a:ext cx="36576" cy="548640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3682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Install (Phase 06 + 07)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5694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branded environment delivery — truck to fully operational. On-site project supervision and venue coordination.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Subscriber: $10,000 per deployment with active Restore subscription.  |  A La Carte: Starting at $15,000 without Restore subscription. A la carte pricing determined by asset condition, distance, venue complexity, and lead time.  |  Long-range surcharge beyond 500 miles of South Florida storage. Standard cargo coverage of $100,000 per occurrence included.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8046720" cy="1143000"/>
          </a:xfrm>
          <a:prstGeom prst="rect">
            <a:avLst/>
          </a:prstGeom>
          <a:solidFill>
            <a:srgbClr val="FFF8EE"/>
          </a:solidFill>
          <a:ln w="19050">
            <a:solidFill>
              <a:srgbClr val="C496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794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GATE: RELEASE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0233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date/venue confirmed with load-in windows</a:t>
            </a:r>
            <a:endParaRPr lang="en-US" sz="8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received 14 days prior</a:t>
            </a:r>
            <a:endParaRPr lang="en-US" sz="8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access, dock, and power confirmed</a:t>
            </a:r>
            <a:endParaRPr lang="en-US" sz="8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condition verified, mobilization pull from storage</a:t>
            </a:r>
            <a:endParaRPr lang="en-US" sz="8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manifest finalized, transport carrier confirmed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4962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371600" cy="27432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2606040" cy="2377440"/>
          </a:xfrm>
          <a:prstGeom prst="rect">
            <a:avLst/>
          </a:prstGeom>
          <a:solidFill>
            <a:srgbClr val="1E141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606040" cy="36576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$7,500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13,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05 + 08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606040" cy="2377440"/>
          </a:xfrm>
          <a:prstGeom prst="rect">
            <a:avLst/>
          </a:prstGeom>
          <a:solidFill>
            <a:srgbClr val="1E141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097280"/>
            <a:ext cx="2606040" cy="36576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$6,000 / $5,000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1810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 Annual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$12,000 per year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606040" cy="2377440"/>
          </a:xfrm>
          <a:prstGeom prst="rect">
            <a:avLst/>
          </a:prstGeom>
          <a:solidFill>
            <a:srgbClr val="1E1410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097280"/>
            <a:ext cx="2606040" cy="36576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 / $15,000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55080" y="1810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/ A la carte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scheduled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05-07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Terms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069080"/>
            <a:ext cx="2606040" cy="36576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1605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343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 due on execution. Non-refundable once crew deployed.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83280" y="4069080"/>
            <a:ext cx="2606040" cy="36576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41605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4343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 per month on the 1st. 30-day notice after minimum term. Month-to-month at $6,500 after initial term.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17920" y="4069080"/>
            <a:ext cx="2606040" cy="36576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41605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4343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(subscriber) or starting at $15,000 (a la carte) due 14 days prior.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 H X S T S H I P Industries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371600" cy="27432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601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36576" cy="1051560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332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Ownership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partner, one point of accountability. Fabrication through storage, deployment, maintenance, and evolution.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36576" cy="1051560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332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Operations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years producing for Formula 1, Insomniac/EDC, Club Space Miami. 52 countries. Enterprise methodology.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194560"/>
            <a:ext cx="36576" cy="1051560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267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ATLVS Platform Integration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560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inventory, deployment history, maintenance logs, and crew records in our proprietary ATLVS ecosystem.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36576" cy="10515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267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Fabrication Network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560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relationships with CNC/millwork vendors, scenic fabricators, and specialty print shops via Agora Graphics &amp; Visuals.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97480" y="361188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9748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69748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361188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84632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Markets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95160" y="361188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2C1A0E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9516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9516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4962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Terms &amp; Conditions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371600" cy="27432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68680"/>
            <a:ext cx="3931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941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Change Orders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per package (Return/Restore/Release). Changes require written Change Order. Out-of-scope quoted in 2 business days.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941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Cancellation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4608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non-refundable once deployed. Restore 30-day notice. Release 50% forfeit within 7 days.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3931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39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Liability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CGL and workers comp maintained. Cargo coverage $100K per occurrence. COI on request. Client responsible for asset and event-specific liability insurance.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3931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2039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Ownership &amp; 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are client property upon full payment. Design IP licensed. Portfolio photography rights retained.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931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136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&amp; Quality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warranty on installation. Restore provides ongoing quality assurance. Force majeure applies.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3931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3136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pricing and strategy confidential. Guest data per applicable regulations. ATLVS access per DPA.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to Proceed — By executing, Client acknowledges review and acceptance of this Proposal including all scope, investment, milestone gates, and terms.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1A0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B7D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371600" cy="27432"/>
          </a:xfrm>
          <a:prstGeom prst="rect">
            <a:avLst/>
          </a:prstGeom>
          <a:solidFill>
            <a:srgbClr val="C496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to confirm activation requirements and event calendar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56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H X S T S H I P delivers detailed SOW with line-item pricing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execution and Return payment to initiate operations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679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lifecycle management per agreed service matrix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657600" cy="1828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375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91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 H X S T S H I P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 GRAPHICS &amp; VISUALS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Production Solutions &amp; Technologies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sos@ghxstship.pro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info@agoravisuals.com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ghxstship.tours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| Orlando | New York | Chicago | Las Vegas | Los Angeles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4782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Cornbread Hemp — Custom Brand Activation — Asset Management Proposal</dc:title>
  <dc:subject>PptxGenJS Presentation</dc:subject>
  <dc:creator>G H X S T S H I P Industries LLC</dc:creator>
  <cp:lastModifiedBy>G H X S T S H I P Industries LLC</cp:lastModifiedBy>
  <cp:revision>1</cp:revision>
  <dcterms:created xsi:type="dcterms:W3CDTF">2026-04-08T23:59:59Z</dcterms:created>
  <dcterms:modified xsi:type="dcterms:W3CDTF">2026-04-08T23:59:59Z</dcterms:modified>
</cp:coreProperties>
</file>